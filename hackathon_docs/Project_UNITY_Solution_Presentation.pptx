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MP ONLINE IDEA &amp; INNOVATION HACKATHON 2026</a:t>
            </a:r>
          </a:p>
          <a:p>
            <a:pPr>
              <a:spcAft>
                <a:spcPts val="2400"/>
              </a:spcAft>
              <a:defRPr sz="1200">
                <a:solidFill>
                  <a:srgbClr val="FFFFFF"/>
                </a:solidFill>
              </a:defRPr>
            </a:pPr>
            <a:r>
              <a:t>Problem Statement 5 (PS-5) · GovTech | Artificial Intelligence | Digital Public Services</a:t>
            </a:r>
          </a:p>
          <a:p>
            <a:pPr>
              <a:defRPr b="1" sz="4400">
                <a:solidFill>
                  <a:srgbClr val="FFFFFF"/>
                </a:solidFill>
              </a:defRPr>
            </a:pPr>
            <a:r>
              <a:t>Project UNITY</a:t>
            </a:r>
          </a:p>
          <a:p>
            <a:pPr>
              <a:spcAft>
                <a:spcPts val="2000"/>
              </a:spcAft>
              <a:defRPr sz="2000">
                <a:solidFill>
                  <a:srgbClr val="F59E0B"/>
                </a:solidFill>
              </a:defRPr>
            </a:pPr>
            <a:r>
              <a:t>Unified Nodal Interface for Tactical Infrastructure Yield &amp; Governance</a:t>
            </a:r>
          </a:p>
          <a:p>
            <a:pPr>
              <a:spcAft>
                <a:spcPts val="3600"/>
              </a:spcAft>
              <a:defRPr sz="1400">
                <a:solidFill>
                  <a:srgbClr val="FFFFFF"/>
                </a:solidFill>
              </a:defRPr>
            </a:pPr>
            <a:r>
              <a:t>An AI-powered inter-departmental infrastructure coordination platform and citizen-centric governance portal preventing redundant road excavation and authenticating public grievances for Madhya Pradesh.</a:t>
            </a:r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Team: HackHer Squad  |  Prototype Status: 100% Functional &amp; Cloud-Deployed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1: CONCEPT EVALUATION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The Administrative Problem &amp; The UNITY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Administrative Silos in Madhya Pradesh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Departments (PWD, MP Jal Nigam, Discoms, Municipalities) plan excavations independently without a shared spatial-temporal calendar.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Infrastructure Destruction Cycle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Freshly carpeted roads are re-excavated within weeks for underground pipelines and power cables, creating public disruption and asset damage.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Unstructured Citizen Grievance Flood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Helplines receive unverified, out-of-ward submissions, creating manual triaging delays and duplicate work orders.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The Project UNITY Concept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A unified geospatial engine that proactively detects and halts overlapping excavation schedules before permits are issued, while verifying citizen reports via on-device Tesseract.js OCR.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2: TECHNICAL APPROACH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Dual-Engine Architecture: G2G Coordination + G2C Public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G2C Citizen Portal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Mobile-first responsive interface with live camera GPS watermarking, browser-native Tesseract.js OCR text extraction, and a universal 4-stage tracking timeline.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G2G Departmental &amp; Authority Matrix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Leaflet GIS mapping console for municipal engineers, displaying scheduled works, spatial buffer collision rings, and inter-agency NOC approvals.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Executive Command Center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High-level dashboard for District Collectors with live weather integration, escalation triggers, and spatial analytics.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Open-Standards Stack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React, Node.js, Express, MongoDB, Leaflet GIS, OpenStreetMap/Nominatim, and Tesseract.js with zero reliance on paid cloud vision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ch_stack_tem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60175" cy="6396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2: TECHNICAL APPROACH &amp; LOGIC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Intelligent Workflow: From Field Capture to Nodal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Proactive Spatial Buffering Algorithm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When a utility registers an excavation route, the engine projects a spatial buffer. If an overlapping road-laying schedule exists in that time window, permits are automatically blocked pending joint coordination.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Edge AI Text Extraction (Tesseract.js)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Citizens upload signboard or grievance photos; Tesseract.js extracts key text on-device, classifying complaint categories without privacy leaks or API costs.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Automated Municipal Ward Resolution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Lat/Lng coordinates reverse-geocoded via OpenStreetMap to assign tasks directly to the responsible zonal engineer.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Universal Complaint Lifecycle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Status moves transparently through Filed → Assigned → Under Review → Resolved with full public auditability.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3: INNOVATION &amp; UNIQUENESS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Novel Technological &amp; Operational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Zero-Cloud-Cost On-Device AI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Runs Tesseract.js WebAssembly OCR directly in the browser and backend, saving public funds on recurring cloud vision APIs while ensuring data sovereignty.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Anti-Fraud Live Camera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HTML5 WebRTC camera mode enforces real-time capture with dynamic GPS and IST timestamp watermarking, barring fake internet downloads.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Pre-Excavation Spatial Shield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Pioneers proactive collision prevention rather than reactive post-damage complaint logging.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Inter-Departmental Consensus Gate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Enforces cross-agency digital approvals before ground-level road cutting can legally commence.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4: OVERALL SOLUTION &amp; EXECUTION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Prototype Status &amp; Automated Quality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Fully Functional Cloud Prototype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Live, publicly accessible cloud deployment featuring end-to-end frontend/backend integration across all user roles.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Automated E2E Test Suite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5/5 Playwright end-to-end automated test suites verified passing, testing everything from citizen grievance filing to departmental map conflict markers.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Zero 404 Route Integrity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All 36 application routes pre-compiled to ensure flawless single-page application navigation across hosting providers.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Multi-Role Ready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Instant institutional role switching between Citizen, Municipal Engineer, and District Collector for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PILLAR 4: OVERALL IMPACT &amp; SCALABILITY</a:t>
            </a:r>
          </a:p>
          <a:p>
            <a:pPr>
              <a:defRPr b="1" sz="2400">
                <a:solidFill>
                  <a:srgbClr val="0B1B3D"/>
                </a:solidFill>
              </a:defRPr>
            </a:pPr>
            <a:r>
              <a:t>Governance Scalability &amp; Viksit Bharat 2047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Preserving Public Infrastructure Assets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Protects roads, water mains, and optical cables from premature destruction, ensuring tax revenues translate into durable public assets.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Fostering Civic Trust &amp; Accountability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Empowers residents of Madhya Pradesh with transparent, trackable civic services, eliminating bureaucratic black boxes.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Statewide Scalability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Modular, microservice-ready architecture designed to scale seamlessly across all 55 districts and 413+ Urban Local Bodies of Madhya Pradesh.</a:t>
            </a:r>
          </a:p>
          <a:p>
            <a:pPr>
              <a:spcBef>
                <a:spcPts val="1000"/>
              </a:spcBef>
              <a:defRPr b="1" sz="1400">
                <a:solidFill>
                  <a:srgbClr val="0B1B3D"/>
                </a:solidFill>
              </a:defRPr>
            </a:pPr>
            <a:r>
              <a:t>• Viksit Bharat 2047 Mandate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Embodies the national mission for modern, transparent, citizen-centric, technology-powered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